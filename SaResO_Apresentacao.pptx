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047AB">
              <a:alpha val="1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2743200"/>
            <a:ext cx="4572000" cy="4572000"/>
          </a:xfrm>
          <a:prstGeom prst="ellipse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4630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0047AB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FFF"/>
                </a:solidFill>
              </a:rPr>
              <a:t>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057400" y="1463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SaResO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F0FE"/>
                </a:solidFill>
              </a:rPr>
              <a:t>A plataforma social que une pessoas, talentos e oportunidades.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337560"/>
            <a:ext cx="50292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56616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047AB">
              <a:alpha val="3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F0FE"/>
                </a:solidFill>
              </a:rPr>
              <a:t>Vídeos curtos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356616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047AB">
              <a:alpha val="3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F0FE"/>
                </a:solidFill>
              </a:rPr>
              <a:t>Emprego &amp; Recrutamento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356616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047AB">
              <a:alpha val="3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F0FE"/>
                </a:solidFill>
              </a:rPr>
              <a:t>Chat em tempo real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356616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047AB">
              <a:alpha val="3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F0FE"/>
                </a:solidFill>
              </a:rPr>
              <a:t>Chamadas P2P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© 2026 SaResO — Todos os direitos reservados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0" y="6309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BFFF"/>
                </a:solidFill>
              </a:rPr>
              <a:t>sareso.app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0047AB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é o SaResO?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20040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0FE"/>
                </a:solidFill>
              </a:rPr>
              <a:t>O SaResO é uma plataforma social global que combina o melhor dos vídeos curtos com ferramentas profissionais de recrutamento e comunicação privada — tudo num só lugar.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</a:rPr>
              <a:t>Entretenimento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Feed de vídeos em scroll vertical, curtidas, comentários e partilhas.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</a:rPr>
              <a:t>Oportunidades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886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Empresas publicam vagas, utilizadores candidatam-se — estilo LinkedIn.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</a:rPr>
              <a:t>Ligação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886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Chat privado em tempo real e chamadas de vídeo/áudio P2P.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90FF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Feed de Vídeos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737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Scroll vertical infinito de vídeos curtos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971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Curtir, comentar e partilhar conteúdos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206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Pesquisa por utilizador e tendências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160020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6916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737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Publica o teu próprio vídeo com título e descrição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60720" y="283464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926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971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Perfis públicos com seguidores e publicações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60720" y="406908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1605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0840" y="4206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Conteúdo de criadores de todo o mundo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241280" y="731520"/>
            <a:ext cx="1645920" cy="3291840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1320" y="960120"/>
            <a:ext cx="1005840" cy="2834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27080" y="822960"/>
            <a:ext cx="274320" cy="137160"/>
          </a:xfrm>
          <a:prstGeom prst="ellipse">
            <a:avLst/>
          </a:prstGeom>
          <a:solidFill>
            <a:srgbClr val="8899A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2377440"/>
            <a:ext cx="1005840" cy="54864"/>
          </a:xfrm>
          <a:prstGeom prst="rect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2560320"/>
            <a:ext cx="640080" cy="54864"/>
          </a:xfrm>
          <a:prstGeom prst="rect">
            <a:avLst/>
          </a:prstGeom>
          <a:solidFill>
            <a:srgbClr val="8899AA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81360" y="3108960"/>
            <a:ext cx="365760" cy="365760"/>
          </a:xfrm>
          <a:prstGeom prst="ellipse">
            <a:avLst/>
          </a:prstGeom>
          <a:solidFill>
            <a:srgbClr val="1E90F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FF"/>
                </a:solidFill>
              </a:rPr>
              <a:t>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Emprego &amp; Recrutamento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Ferramenta profissional integrada para empresas e candidatos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111C2E"/>
          </a:solidFill>
          <a:ln w="15240">
            <a:solidFill>
              <a:srgbClr val="0047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5486400" cy="502920"/>
          </a:xfrm>
          <a:prstGeom prst="rect">
            <a:avLst/>
          </a:prstGeom>
          <a:solidFill>
            <a:srgbClr val="0047AB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3852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🏢  Para Empresas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624328"/>
            <a:ext cx="137160" cy="137160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560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Cria perfil de empresa com logo e descrição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137160" cy="137160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429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Publica vagas com tipo, local e salário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361688"/>
            <a:ext cx="137160" cy="137160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Recebe e gere candidaturas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230368"/>
            <a:ext cx="137160" cy="137160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166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Actualiza o estado de cada candidato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111C2E"/>
          </a:solidFill>
          <a:ln w="15240">
            <a:solidFill>
              <a:srgbClr val="1E90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920240"/>
            <a:ext cx="5486400" cy="502920"/>
          </a:xfrm>
          <a:prstGeom prst="rect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93852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👩‍💼  Para Candidatos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2624328"/>
            <a:ext cx="137160" cy="1371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2560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Pesquisa vagas por cargo, local ou tipo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3493008"/>
            <a:ext cx="137160" cy="1371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3429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Filtra: Full-time, Part-time, Remoto, Estágio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Candidata-te com carta de motivação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5230368"/>
            <a:ext cx="137160" cy="1371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5166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Acompanha o estado da candidatura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E90FF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</a:rPr>
              <a:t>03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Mensagens &amp; Chamadas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</a:rPr>
              <a:t>💬  Chat Privado em Tempo Real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Mensagens instantâneas via Socket.io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546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Histórico completo da conversa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233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Inicia conversa direto do perfil de qualquer utilizador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92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8920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Indicador de mensagens não lidas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55448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📹  Chamadas Vídeo &amp; Áudio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22860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2860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Chamadas P2P via WebRTC (sem custo extra)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1546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1546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31546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Suporte para vídeo e áudio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0233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0233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40233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Mute de microfone e câmara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89204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892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Notificação de chamada a entrar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576072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7607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57607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Sem limite de duração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04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Segurança &amp; Moderação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Proteção total para ti e para os teus utilizadores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Helmet.js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620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Cabeçalhos HTTP de segurança automáticos. Bloqueia XSS, clickjacking e ataques de sniffing.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9659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16712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167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Rate Limiting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8620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Máx. 20 tentativas de login em 15 min por IP. Bloqueia força bruta e ataques automatizados.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9659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16712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0" y="2167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JWT Assinado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28620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Sessões com token assinado e expiração de 7 dias. Tokens não falsificáveis.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31596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3159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Bcrypt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01091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Passwords encriptadas com bcrypt. Nunca são guardadas em texto limpo.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4114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431596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20640" y="43159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Moderação PT+EN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0" y="501091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Filtra insultos e discurso de ódio automaticamente em português e inglês.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4114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31596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961120" y="43159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HTTPS Ready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0" y="501091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Configurado para funcionar sobre HTTPS. Pronto para deploy em produção seguro.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Para quem é o SaResO?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0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11C2E"/>
          </a:solidFill>
          <a:ln w="1524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</a:rPr>
              <a:t>🎯  Criadores de Conteúdo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Partilha vídeos curtos com o mundo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Constrói a tua audiência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Monetiza o teu talento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11C2E"/>
          </a:solidFill>
          <a:ln w="1524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FF"/>
                </a:solidFill>
              </a:rPr>
              <a:t>🏢  Empresas &amp; Recrutadores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Publica vagas de emprego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Encontra candidatos qualificados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Gere candidaturas numa plataforma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11C2E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💼  Profissionais &amp; Estudantes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Encontra oportunidades de emprego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Candidata-te com um clique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532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Liga-te a profissionais da área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84048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11C2E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👥  Utilizadores Gerais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617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Descobre conteúdo divertido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5074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Comunica com amigos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5532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→  Chamadas grátis em qualquer lado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Como Começar?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6576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0" cy="731520"/>
          </a:xfrm>
          <a:prstGeom prst="ellipse">
            <a:avLst/>
          </a:prstGeom>
          <a:solidFill>
            <a:srgbClr val="1E90FF">
              <a:alpha val="70000"/>
            </a:srgbClr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0FF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1280160"/>
            <a:ext cx="9601200" cy="822960"/>
          </a:xfrm>
          <a:prstGeom prst="roundRect">
            <a:avLst>
              <a:gd name="adj" fmla="val 13333"/>
            </a:avLst>
          </a:prstGeom>
          <a:solidFill>
            <a:srgbClr val="111C2E"/>
          </a:solidFill>
          <a:ln w="1524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</a:rPr>
              <a:t>Cria a tua conta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70078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Regista-te em segundos com email, username e password. É grátis.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36576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31720"/>
            <a:ext cx="731520" cy="731520"/>
          </a:xfrm>
          <a:prstGeom prst="ellipse">
            <a:avLst/>
          </a:prstGeom>
          <a:solidFill>
            <a:srgbClr val="00BFFF">
              <a:alpha val="70000"/>
            </a:srgbClr>
          </a:solidFill>
          <a:ln w="254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2286000"/>
            <a:ext cx="9601200" cy="822960"/>
          </a:xfrm>
          <a:prstGeom prst="roundRect">
            <a:avLst>
              <a:gd name="adj" fmla="val 13333"/>
            </a:avLst>
          </a:prstGeom>
          <a:solidFill>
            <a:srgbClr val="111C2E"/>
          </a:solidFill>
          <a:ln w="15240">
            <a:solidFill>
              <a:srgbClr val="00B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</a:rPr>
              <a:t>Personaliza o teu perfil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70662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Adiciona foto, bio e links. O teu perfil fica visível em todo o mundo.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36576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731520" cy="731520"/>
          </a:xfrm>
          <a:prstGeom prst="ellipse">
            <a:avLst/>
          </a:prstGeom>
          <a:solidFill>
            <a:srgbClr val="22C55E">
              <a:alpha val="7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</a:rPr>
              <a:t>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371600" y="3291840"/>
            <a:ext cx="9601200" cy="822960"/>
          </a:xfrm>
          <a:prstGeom prst="roundRect">
            <a:avLst>
              <a:gd name="adj" fmla="val 13333"/>
            </a:avLst>
          </a:prstGeom>
          <a:solidFill>
            <a:srgbClr val="111C2E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Explora o feed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71246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Descobre vídeos de criadores de todo o mundo. Curte, comenta e segue.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4983480"/>
            <a:ext cx="36576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43400"/>
            <a:ext cx="731520" cy="731520"/>
          </a:xfrm>
          <a:prstGeom prst="ellipse">
            <a:avLst/>
          </a:prstGeom>
          <a:solidFill>
            <a:srgbClr val="A78BFA">
              <a:alpha val="70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</a:rPr>
              <a:t>4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371600" y="4297680"/>
            <a:ext cx="9601200" cy="822960"/>
          </a:xfrm>
          <a:prstGeom prst="roundRect">
            <a:avLst>
              <a:gd name="adj" fmla="val 13333"/>
            </a:avLst>
          </a:prstGeom>
          <a:solidFill>
            <a:srgbClr val="111C2E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Conecta-te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71830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Envia mensagens e faz chamadas privadas a qualquer utilizador.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349240"/>
            <a:ext cx="731520" cy="731520"/>
          </a:xfrm>
          <a:prstGeom prst="ellipse">
            <a:avLst/>
          </a:prstGeom>
          <a:solidFill>
            <a:srgbClr val="F59E0B">
              <a:alpha val="7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349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371600" y="5303520"/>
            <a:ext cx="9601200" cy="822960"/>
          </a:xfrm>
          <a:prstGeom prst="roundRect">
            <a:avLst>
              <a:gd name="adj" fmla="val 13333"/>
            </a:avLst>
          </a:prstGeom>
          <a:solidFill>
            <a:srgbClr val="111C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Cria ou encontra emprego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572414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Publica a tua empresa e vagas, ou candidata-te a oportunidades.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914400"/>
            <a:ext cx="5029200" cy="5029200"/>
          </a:xfrm>
          <a:prstGeom prst="ellipse">
            <a:avLst/>
          </a:prstGeom>
          <a:solidFill>
            <a:srgbClr val="0047AB">
              <a:alpha val="22000"/>
            </a:srgbClr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Feito para o Mundo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Disponível mundialmente, sem fronteiras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90FF"/>
                </a:solidFill>
              </a:rPr>
              <a:t>100%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Gratuito para utilizadores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28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</a:rPr>
              <a:t>P2P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Chamadas sem custo de servidor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14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PT+EN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Moderação bilingue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11C2E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114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</a:rPr>
              <a:t>24/7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309360" y="5029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0FE"/>
                </a:solidFill>
              </a:rPr>
              <a:t>Disponível em qualquer hora e lugar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© 2026 SaResO — Todos os direitos reservados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47AB">
              <a:alpha val="1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548640"/>
            <a:ext cx="2286000" cy="2286000"/>
          </a:xfrm>
          <a:prstGeom prst="roundRect">
            <a:avLst>
              <a:gd name="adj" fmla="val 16000"/>
            </a:avLst>
          </a:prstGeom>
          <a:solidFill>
            <a:srgbClr val="0047AB">
              <a:alpha val="60000"/>
            </a:srgbClr>
          </a:solidFill>
          <a:ln w="3175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5029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BFFF"/>
                </a:solidFill>
              </a:rPr>
              <a:t>S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SaResO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F0FE"/>
                </a:solidFill>
              </a:rPr>
              <a:t>A tua plataforma social. O teu futuro profissional.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0" y="4754880"/>
            <a:ext cx="4846320" cy="777240"/>
          </a:xfrm>
          <a:prstGeom prst="roundRect">
            <a:avLst>
              <a:gd name="adj" fmla="val 23529"/>
            </a:avLst>
          </a:prstGeom>
          <a:solidFill>
            <a:srgbClr val="0047AB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7548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Junta-te agora — É grátis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© 2026 SaResO — Todos os direitos reservados pela sua criadora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2026-06-30T08:43:04Z</dcterms:created>
  <dcterms:modified xsi:type="dcterms:W3CDTF">2026-06-30T08:43:04Z</dcterms:modified>
</cp:coreProperties>
</file>